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Implementation, kept simple. Now: CarbonSpark is a working prototype that runs in a browser and comes with example plants, so anyone can explore it today. Next: we put it in front of the people it's for, engineers and planners, and refine it from their feedback. Later: a plant can replace the example figures with its own numbers, one step at a time. It's easy to adopt because it runs in any browser, needs nothing installed, is free and open, and is useful within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58521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EDEA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steps to put it to use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383280" cy="2560320"/>
          </a:xfrm>
          <a:prstGeom prst="rect">
            <a:avLst/>
          </a:prstGeom>
          <a:solidFill>
            <a:srgbClr val="3A2A22"/>
          </a:solidFill>
          <a:ln w="19050">
            <a:solidFill>
              <a:srgbClr val="C163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2004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a browser, with ready-made example plants to explore.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023360" y="2688336"/>
            <a:ext cx="292608" cy="292608"/>
          </a:xfrm>
          <a:prstGeom prst="rightArrow">
            <a:avLst/>
          </a:prstGeom>
          <a:solidFill>
            <a:srgbClr val="E08A63"/>
          </a:solidFill>
          <a:ln w="12700">
            <a:solidFill>
              <a:srgbClr val="E08A6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07408" y="1554480"/>
            <a:ext cx="3383280" cy="2560320"/>
          </a:xfrm>
          <a:prstGeom prst="rect">
            <a:avLst/>
          </a:prstGeom>
          <a:solidFill>
            <a:srgbClr val="2A2927"/>
          </a:solidFill>
          <a:ln w="9525">
            <a:solidFill>
              <a:srgbClr val="3A383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81728" y="1828800"/>
            <a:ext cx="640080" cy="640080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198424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504688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681728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with real users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4681728" y="32004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in front of engineers and planners, gather feedback, refine.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882128" y="2688336"/>
            <a:ext cx="292608" cy="292608"/>
          </a:xfrm>
          <a:prstGeom prst="rightArrow">
            <a:avLst/>
          </a:prstGeom>
          <a:solidFill>
            <a:srgbClr val="E08A63"/>
          </a:solidFill>
          <a:ln w="12700">
            <a:solidFill>
              <a:srgbClr val="E08A6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66176" y="1554480"/>
            <a:ext cx="3383280" cy="2560320"/>
          </a:xfrm>
          <a:prstGeom prst="rect">
            <a:avLst/>
          </a:prstGeom>
          <a:solidFill>
            <a:srgbClr val="2A2927"/>
          </a:solidFill>
          <a:ln w="9525">
            <a:solidFill>
              <a:srgbClr val="3A383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540496" y="1828800"/>
            <a:ext cx="640080" cy="640080"/>
          </a:xfrm>
          <a:prstGeom prst="ellipse">
            <a:avLst/>
          </a:prstGeom>
          <a:solidFill>
            <a:srgbClr val="C1633F"/>
          </a:solidFill>
          <a:ln w="12700">
            <a:solidFill>
              <a:srgbClr val="C1633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44" y="1984248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363456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540496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real plant data</a:t>
            </a:r>
            <a:endParaRPr lang="en-US" sz="1900" dirty="0"/>
          </a:p>
        </p:txBody>
      </p:sp>
      <p:sp>
        <p:nvSpPr>
          <p:cNvPr id="25" name="Text 20"/>
          <p:cNvSpPr txBox="1"/>
          <p:nvPr/>
        </p:nvSpPr>
        <p:spPr>
          <a:xfrm>
            <a:off x="8540496" y="32004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example figures for a plant's real data, step by step.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EASY TO ADOPT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48640" y="5120640"/>
            <a:ext cx="2651760" cy="914400"/>
          </a:xfrm>
          <a:prstGeom prst="rect">
            <a:avLst/>
          </a:prstGeom>
          <a:solidFill>
            <a:srgbClr val="2A2927"/>
          </a:solidFill>
          <a:ln w="12700">
            <a:solidFill>
              <a:srgbClr val="3A3835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9496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325880" y="51206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any browser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3364992" y="5120640"/>
            <a:ext cx="2651760" cy="914400"/>
          </a:xfrm>
          <a:prstGeom prst="rect">
            <a:avLst/>
          </a:prstGeom>
          <a:solidFill>
            <a:srgbClr val="2A2927"/>
          </a:solidFill>
          <a:ln w="12700">
            <a:solidFill>
              <a:srgbClr val="3A3835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539496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4142232" y="51206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</a:t>
            </a:r>
            <a:endParaRPr lang="en-US" sz="1350" dirty="0"/>
          </a:p>
        </p:txBody>
      </p:sp>
      <p:sp>
        <p:nvSpPr>
          <p:cNvPr id="33" name="Shape 26"/>
          <p:cNvSpPr/>
          <p:nvPr/>
        </p:nvSpPr>
        <p:spPr>
          <a:xfrm>
            <a:off x="6181344" y="5120640"/>
            <a:ext cx="2651760" cy="914400"/>
          </a:xfrm>
          <a:prstGeom prst="rect">
            <a:avLst/>
          </a:prstGeom>
          <a:solidFill>
            <a:srgbClr val="2A2927"/>
          </a:solidFill>
          <a:ln w="12700">
            <a:solidFill>
              <a:srgbClr val="3A3835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5394960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958584" y="51206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open</a:t>
            </a:r>
            <a:endParaRPr lang="en-US" sz="1350" dirty="0"/>
          </a:p>
        </p:txBody>
      </p:sp>
      <p:sp>
        <p:nvSpPr>
          <p:cNvPr id="36" name="Shape 28"/>
          <p:cNvSpPr/>
          <p:nvPr/>
        </p:nvSpPr>
        <p:spPr>
          <a:xfrm>
            <a:off x="8997696" y="5120640"/>
            <a:ext cx="2651760" cy="914400"/>
          </a:xfrm>
          <a:prstGeom prst="rect">
            <a:avLst/>
          </a:prstGeom>
          <a:solidFill>
            <a:srgbClr val="2A2927"/>
          </a:solidFill>
          <a:ln w="12700">
            <a:solidFill>
              <a:srgbClr val="3A3835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6296" y="5394960"/>
            <a:ext cx="365760" cy="36576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774936" y="51206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in minutes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CarbonSpark</dc:title>
  <dc:subject>PptxGenJS Presentation</dc:subject>
  <dc:creator>PptxGenJS</dc:creator>
  <cp:lastModifiedBy>PptxGenJS</cp:lastModifiedBy>
  <cp:revision>1</cp:revision>
  <dcterms:created xsi:type="dcterms:W3CDTF">2026-09-27T17:33:16Z</dcterms:created>
  <dcterms:modified xsi:type="dcterms:W3CDTF">2026-09-27T17:33:16Z</dcterms:modified>
</cp:coreProperties>
</file>